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a:t>
            </a:r>
            <a:r>
              <a:rPr lang="en-US" b="1">
                <a:solidFill>
                  <a:srgbClr val="FF0000"/>
                </a:solidFill>
              </a:rPr>
              <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