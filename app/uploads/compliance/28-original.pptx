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Lst>
  <p:sldSz cx="9144000" cy="6858000" type="screen4x3"/>
  <p:notesSz cx="7010400" cy="9296400"/>
  <p:custDataLst>
    <p:tags r:id="rId18"/>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1" d="100"/>
          <a:sy n="121" d="100"/>
        </p:scale>
        <p:origin x="13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6/24/2026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6/23/2026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 </a:t>
            </a:r>
            <a:r>
              <a:rPr lang="en-US" b="1">
                <a:solidFill>
                  <a:srgbClr val="FF0000"/>
                </a:solidFill>
              </a:rPr>
              <a:t>– DRAFT 20260327</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46248862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B1C5CD68-6BFE-44B9-98DE-D8B3611294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1463</TotalTime>
  <Words>3420</Words>
  <Application>Microsoft Office PowerPoint</Application>
  <PresentationFormat>On-screen Show (4:3)</PresentationFormat>
  <Paragraphs>1124</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Courier New</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Milorad Djukovic</cp:lastModifiedBy>
  <cp:revision>9</cp:revision>
  <cp:lastPrinted>2026-03-10T21:58:33Z</cp:lastPrinted>
  <dcterms:created xsi:type="dcterms:W3CDTF">2026-02-10T21:27:18Z</dcterms:created>
  <dcterms:modified xsi:type="dcterms:W3CDTF">2026-06-24T11:02:13Z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